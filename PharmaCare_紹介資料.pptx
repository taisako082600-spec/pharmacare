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「東京に置いています」で終わらせない。なぜ東京でなければならないかまで言えると、預ける側は判断できる。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施設を単位に、関わる人が集まる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作るのは施設ひとつ。あとは招待コードで、職員・薬剤師・ご家族が加わります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Webブラウザだけで使えます。専用アプリのインストールは要りません。施設の共用パソコンでも、タブレットでも同じ画面です。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記録する・相談する・判断を助ける。ばらばらだったものが、ひとつの画面の中でつながります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変更履歴も自動で残る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6329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74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8274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6445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服薬記録・バイタル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6445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SpO₂を日々の記録として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451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451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9622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9622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入居者ごとの相談ルーム。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何の薬の話かが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最初から共有されている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2683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628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628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2799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2799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268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268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添付文書から該当箇所だけ。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腎機能・肝機能・年齢に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合わせて出し分ける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6329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8274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8274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6445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6445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3段階で提示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506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451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451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9622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家族への共有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39622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ご家族が閲覧できる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92683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628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628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12799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12799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31520" y="6108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⑤⑥はAIを使う機能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②と⑤がつながっているのがこのアプリの要。「血圧が下がってきたので降圧薬を見直しては」という相談が、数字を見ながらできます。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1463040"/>
          </a:xfrm>
          <a:prstGeom prst="roundRect">
            <a:avLst>
              <a:gd name="adj" fmla="val 5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4074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93776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どこに置いて、なぜそこなのか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「記録します」「保存します」の中身を、保管先まで開きます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931920" y="1783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8660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なぜ、そこなのか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入居者の記録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服薬・バイタル・アレルギー・やり取り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2677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Firestore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東京（asia-northeast1）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866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国内法の執行が及ぶ範囲に置くことが要求事項です。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海外だと、いざというとき日本の法律が届きません。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98648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64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誰が・いつ・何を見たか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同じ東京リージョン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（専用の領域）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書き足すことしかできない設定にしています。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運営者の手でも、後から書き換え・削除ができません。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648456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39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アプリの画面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ブラウザに配信される本体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767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Firebase Hosting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全通信を HTTPS に強制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施設の端末と保管先のあいだを暗号化します。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途中の経路で中身を読まれることはありません。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98264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89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AIに送る内容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64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説明文を組み立てる分だけ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4517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自社のプロキシ経由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Run 東京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5171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氏名・生年月日・居室番号は送りません。送るのは症状と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薬剤名だけです。判定自体はAIではなくルールが決めます。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193792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303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消えないこと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53035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過去7日間の任意の時点まで戻せます。データベースそのものの削除も、設定で禁止しています。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7241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読まれないこと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72414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保存時は Google Cloud の既定で暗号化。基盤は ISO/IEC 27001・27017・27018 と SOC 2/3 を取得しています。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基盤事業者は Google Cloud Japan ですが、米国法の適用可能性は完全には排除できません。当社自身のPマーク／ISMSも未取得です（次ページ）。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2026-08-27T05:58:06Z</dcterms:created>
  <dcterms:modified xsi:type="dcterms:W3CDTF">2026-08-27T05:58:06Z</dcterms:modified>
</cp:coreProperties>
</file>