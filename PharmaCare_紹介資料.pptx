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sz="1400" b="0" i="0" u="none" strike="noStrike">
                <a:solidFill>
                  <a:srgbClr val="14504B"/>
                </a:solidFill>
                <a:latin typeface="Yu Gothic"/>
              </a:rPr>
              <a:t>横ばいの群を1としたときの、尿蛋白の出やすさ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リスクの比</c:v>
                </c:pt>
              </c:strCache>
            </c:strRef>
          </c:tx>
          <c:spPr>
            <a:solidFill>
              <a:srgbClr val="A8CF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8E8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減った</c:v>
                  </c:pt>
                  <c:pt idx="1">
                    <c:v>横ばい（基準）</c:v>
                  </c:pt>
                  <c:pt idx="2">
                    <c:v>増えた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1.16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資料の要点は「出典がある」ことではなく「専門職でなくても答えられる形に直した」こと。ここが一番手間のかかった部分。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隠さず出すことが、医療情報を預かる事業者としての信頼につながる。指摘される前に自分から言う。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道具は、もうある。つないだものが無い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施設と薬局まわりの既存サービスを調べたうえでの整理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電子お薬手帳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EPARK・日本調剤・さくら薬局ほか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薬の履歴を本人が持ち歩ける。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血圧などを記録できるものもある。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患者本人のための道具。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介護職員が入居者の分を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扱う想定になっていない。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3575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7895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施設向け服薬管理システム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47895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服やっくん・ピクスリー・楽くすりほか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47895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QRで薬を取り込み、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飲み忘れ・誤薬を防ぐ。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薬局と施設をつなぐものも出てきた。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47895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7895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配薬を正確にすることが主眼。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体調の記録や、症状が出たときの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判断までは踏み込まない。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1563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995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などの汎用チャット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8995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実際に多くの現場で使われている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995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とにかくすぐ聞ける。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導入の手間がない。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8995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995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医療情報を扱う前提の設計ではなく、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やり取りが記録として残らない。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25780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薬・体調・相談・受診の判断が、それぞれ別の場所にある。それを頭の中でつないでいるのが現場の職員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6291072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厚生労働省「電子版お薬手帳サービス一覧」(2026年8月1日現在)、各サービス公式サイト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つなぐと、その人に合わせられる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同じ画面に薬と体調があるから、一般論ではなく目の前の人の話にできる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13455" cy="2651760"/>
          </a:xfrm>
          <a:prstGeom prst="roundRect">
            <a:avLst>
              <a:gd name="adj" fmla="val 2759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48840"/>
            <a:ext cx="457200" cy="457200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2176272"/>
            <a:ext cx="2316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施設が記録する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724912"/>
            <a:ext cx="2956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服薬の実施、血圧・体温・SpO₂。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いつも職員がつけている記録を、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そのまま入れる。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163263" y="3154680"/>
            <a:ext cx="182880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3575" y="1920240"/>
            <a:ext cx="3413455" cy="2651760"/>
          </a:xfrm>
          <a:prstGeom prst="roundRect">
            <a:avLst>
              <a:gd name="adj" fmla="val 2759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7895" y="2148840"/>
            <a:ext cx="457200" cy="457200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7895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42255" y="2176272"/>
            <a:ext cx="2316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薬剤師に相談する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7895" y="2724912"/>
            <a:ext cx="2956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電話と違い、何の薬の話かを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説明し直さなくていい。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やり取りは記録として残る。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05318" y="3154680"/>
            <a:ext cx="182880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15630" y="1920240"/>
            <a:ext cx="3413455" cy="2651760"/>
          </a:xfrm>
          <a:prstGeom prst="roundRect">
            <a:avLst>
              <a:gd name="adj" fmla="val 2759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9950" y="2148840"/>
            <a:ext cx="457200" cy="457200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995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884310" y="2176272"/>
            <a:ext cx="2316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その人に合わせて返す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89950" y="2724912"/>
            <a:ext cx="2956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腎機能・肝機能・年齢を見て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注意点を出し分ける。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症状からは、受診かOTCかの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目安を出す。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ここが既存サービスとの違い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321808"/>
            <a:ext cx="36576" cy="384048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52852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バイタルが薬の話とつながっている — 「血圧が下がってきたので降圧薬を見直しては」という会話が、数字を見ながらできる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5870448"/>
            <a:ext cx="36576" cy="384048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8338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症状が出たときの入口がある — 受診すべきか、市販薬で様子を見てよいかの目安を、危険な兆候の有無から出す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なぜ、今つくるのか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制度の流れが、施設と薬局を近づけている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在宅・施設への訪問が国の方向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2402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薬剤師の役割は「薬を渡す」から「渡したあとを見る」へ移っている。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施設に足を運ぶ機会は今後さらに増える。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172968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31272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門前から面へ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53872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特定の病院の前に構える薬局から、地域のどの処方箋も受ける薬局へ。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処方元に電話すれば済んでいたことが、済まなくなる。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患者の薬を薬局側で一元的に把握する必要が出てくる。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471416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71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442569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服薬期間中のフォローアップは、すでに義務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83717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2020年9月施行の改正薬機法・薬剤師法で、渡したあとの服薬状況を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継続的に把握することが薬剤師の責務になった。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ただし現場の手段は電話が中心で、続けるのが難しい。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5760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760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義務だから電話をかけるのではなく、続けられる形にする。それが結果として、選ばれる薬局につながる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施設をつくり、招待コードでつながる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3619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変更履歴も自動で記録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7258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3951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9087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7590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7590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4283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患者ごとの相談ルーム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リアルタイムで反映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3619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755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該当箇所だけを提示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3484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7258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7258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3951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69087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を3段階で提示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3816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75904" y="432511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7590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4283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39419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315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④⑤はAIを使う機能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体調不良のとき、様子を見てよいか迷わない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 ― 聞き取った内容から、対応の目安を3段階で示します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緊急性は低いと考えられる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ワンタップで相談へつながる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速やかに受診の手配を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医師向けの基準を、介護職が答えられる言葉に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危険信号118項目は、すべて公開資料か医学書に紐づいています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413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例：「Centorの基準で3点以上」→「口を大きく開けられない」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58155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白苔を見る、リンパ節を触る。診察が要る指標は使えないので、見ればわかる質問に置き換えています。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AIが使えない状況でも、判定そのものはアプリだけで返ります。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3891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どちらも「何を求めているか」から実装を決めています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97280" y="4846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条文を先に読み、そこから必要な機能を起こしました。ガイドラインごとに、対応表と、その中身をかみ砕いた解説を1枚ずつ置きます。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54406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できていないことも、この章の最後にそのまま並べています。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施設が守る側の要求に、機能で応える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医療情報システムの安全管理に関するガイドライン 第7.0版（厚生労働省）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 14 遵守事項⑤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令和9年4月までに二要素認証を採用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認証アプリの6桁（TOTP）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14.2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アクセス権限は必要最小限に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Firestoreルールで施設・ロール単位に分離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誰がいつ何を見たかを残す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監査ログ。変更は前後の値まで記録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17②③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ログの改ざんを防ぐ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追記のみ。更新と削除を禁止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12.3.2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離席時に画面をロックする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15分の無操作で自動サインアウト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二要素認証はアカウント作成時に登録必須です。設定を終えるまでアプリ本体には入れません。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入れる人を絞り、触った跡を残す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前ページの「二要素認証・アクセス権限・監査ログ」は、要するにこの3つです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二要素認証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パスワードだけでは入れない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パスワードは漏れます。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使い回していれば、別のサービス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から漏れた1つで入られます。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知識だけで通れるのが弱点です。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アカウントを作る時点で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登録を必須にしています。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手元のスマートフォンが出す6桁を、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ログインのたびに求めます。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権限の最小化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必要な人が、必要な分だけ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全員が全部見られる状態だと、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1つのアカウントが破られたとき、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被害がすべての入居者に及びます。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施設と役割で区切っています。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他施設の入居者は一覧にも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出ません。ご家族に見えるのは、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紐づいた本人の分だけです。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触った跡が残り、消せない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情報が漏れたとき、誰がいつ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見たのか辿れなければ、原因も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範囲も分かりません。その記録が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消せるなら、無いのと同じです。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閲覧・登録・変更・印刷を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記録します。書き足すことしか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できず、後から消す・書き直す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操作は仕組み上できません。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あわせて、15分操作がないと自動でサインアウトします。共用端末に前の人の画面が残らないようにするためです。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提供者として直接問われる要求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医療情報を取り扱う情報システム・サービスの提供事業者における安全管理ガイドライン 第2.0版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データ・処理系とも東京リージョン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真正性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改変の事実と、その内容を残す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変更前後の値・作成者・サーバー時刻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見読性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画面表示に加え、書面を作成できる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記録の印刷機能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保存性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期間中は復元できる状態を保つ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任意時点への復元・削除保護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4.1／4.2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医療機関へ所定の項目を開示し、役割分担を明確にする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サービス仕様適合開示書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このガイドラインは医療機関ではなく、システムを提供する事業者そのものが名宛人です。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紙のカルテと同じ信頼を、データで担保する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前ページの「真正性・見読性・保存性」は、かみ砕くとこの3つです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あとから書き換えられていないこと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アレルギーが「あり」から「なし」に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変わっていたとして、それが正規の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訂正なのか分からなければ、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その記録は使えません。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誰が・いつ・何を・どう変えたかを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変更前の値ごと残します。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記録そのものの書き換えと削除は、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仕組みとして禁止しています。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見読性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必要なときに読み出せること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行政の調査や監査では、記録の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提出を求められます。画面で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見えるだけでは足りず、紙に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出せる必要があります。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入居者ごとの記録を、そのまま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印刷できるようにしました。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印刷したこと自体も、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持ち出しとして記録に残します。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保存性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保存期間中は失われないこと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誤操作や障害でデータが壊れても、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決められた期間は元に戻せなければ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なりません。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巻き戻せます。データベース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自体の誤削除も、設定で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できないようにしています。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この3つは、紙のカルテで当たり前に成り立っていたことを、電子でも同じ水準にするための決まりです。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導入をご検討いただく前に、こちらからお伝えします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プライバシーマーク／ISMS認証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21305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2130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未取得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事業者ガイドライン4.4が求めています。技術的な工夫では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代替できず、審査期間と費用がかかるため事業判断が要ります。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838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第三者による安全管理の評価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949440" y="35021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5021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同4.3。現状は内部での確認に留まっています。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監査ログを施設側で確認する画面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949440" y="48737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8737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未実装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52578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システム運用編17①は、記録するだけでなく定期的に確認することまで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求めています。記録と権限は揃っているので、閲覧画面を足せば満たせます。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612648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62453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未対応の一覧は開示書にそのまま載せています。ご確認のうえ判断してください。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4709160"/>
            <a:ext cx="9326880" cy="1143000"/>
          </a:xfrm>
          <a:prstGeom prst="roundRect">
            <a:avLst>
              <a:gd name="adj" fmla="val 640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48646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第1部と同じ考え方です。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52578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すでに手元にあるデータを、その場の判断につなげる。第1部は施設の服薬記録で、第2部は健診の数値です。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6035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31520" y="3840480"/>
          <a:ext cx="60350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731520" y="58978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「増えた」だけが統計的に確かめられた差です。「減った」は 1.16 と出ていますが、ばらつきの範囲（0.85〜1.58）が1をまたぐため、差があるとは言えません。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840480"/>
            <a:ext cx="4389120" cy="2560320"/>
          </a:xfrm>
          <a:prstGeom prst="roundRect">
            <a:avLst>
              <a:gd name="adj" fmla="val 28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0" y="4023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44348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0" y="5193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1.38倍とは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0" y="5486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横ばいだった人に比べ、尿蛋白が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新たに出た人の割合が約1.4倍。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体重やBMIの変化を考慮しても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残った差です。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69748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20840" y="335584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「減った人も危ない」とは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言えない（差が確かめられていない）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20840" y="401421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痩せた理由が生活改善なのか、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病気や低栄養なのかは区別できない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46725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1年・延岡市の受診者が対象。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PharmaCare</cp:lastModifiedBy>
  <cp:revision>1</cp:revision>
  <dcterms:created xsi:type="dcterms:W3CDTF">2026-08-27T05:26:32Z</dcterms:created>
  <dcterms:modified xsi:type="dcterms:W3CDTF">2026-08-27T05:26:32Z</dcterms:modified>
</cp:coreProperties>
</file>