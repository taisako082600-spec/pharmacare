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「東京に置いています」で終わらせない。なぜ東京でなければならないかまで言えると、預ける側は判断できる。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つなぐと、その人に合わせられる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同じ画面に薬と体調があるから、一般論ではなく目の前の人の話にできる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施設が記録する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服薬の実施、血圧・体温・SpO₂。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いつも職員がつけている記録を、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そのまま入れる。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63263" y="3154680"/>
            <a:ext cx="182880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575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7895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789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42255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薬剤師に相談する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7895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電話と違い、何の薬の話かを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説明し直さなくていい。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やり取りは記録として残る。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05318" y="3154680"/>
            <a:ext cx="182880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15630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9950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995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884310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その人に合わせて返す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89950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腎機能・肝機能・年齢を見て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注意点を出し分ける。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症状からは、受診かOTCかの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目安を出す。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ここが既存サービスとの違い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321808"/>
            <a:ext cx="36576" cy="384048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2852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バイタルが薬の話とつながっている — 「血圧が下がってきたので降圧薬を見直しては」という会話が、数字を見ながらできる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5870448"/>
            <a:ext cx="36576" cy="384048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8338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症状が出たときの入口がある — 受診すべきか、市販薬で様子を見てよいかの目安を、危険な兆候の有無から出す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3619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変更履歴も自動で記録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258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3951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4283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患者ごとの相談ルーム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リアルタイムで反映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3619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該当箇所だけを提示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258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3951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9087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を3段階で提示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32511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4283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39419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④⑤はAIを使う機能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条文を先に読み、そこから必要な機能を起こしました。ガイドラインごとに、対応表と、その中身をかみ砕いた解説を1枚ずつ置きます。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入れる人を絞り、触った跡を残す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前ページの「二要素認証・アクセス権限・監査ログ」は、要するにこの3つです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パスワードだけでは入れない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パスワードは漏れます。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使い回していれば、別のサービス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から漏れた1つで入られます。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知識だけで通れるのが弱点です。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アカウントを作る時点で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登録を必須にしています。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手元のスマートフォンが出す6桁を、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ログインのたびに求めます。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必要な人が、必要な分だけ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全員が全部見られる状態だと、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1つのアカウントが破られたとき、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被害がすべての入居者に及びます。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施設と役割で区切っています。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他施設の入居者は一覧にも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出ません。ご家族に見えるのは、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紐づいた本人の分だけです。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触った跡が残り、消せない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情報が漏れたとき、誰がいつ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見たのか辿れなければ、原因も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範囲も分かりません。その記録が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消せるなら、無いのと同じです。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閲覧・登録・変更・印刷を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記録します。書き足すことしか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できず、後から消す・書き直す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操作は仕組み上できません。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あわせて、15分操作がないと自動でサインアウトします。共用端末に前の人の画面が残らないようにするためです。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どこに置いて、なぜそこなのか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「記録します」「保存します」の中身を、保管先まで開きます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931920" y="1783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86600" y="17830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なぜ、そこなのか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入居者の記録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服薬・バイタル・アレルギー・やり取り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2677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Firestore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東京（asia-northeast1）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866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国内法の執行が及ぶ範囲に置くことが要求事項です。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海外だと、いざというとき日本の法律が届きません。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98648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264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誰が・いつ・何を見たか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同じ東京リージョン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（専用の領域）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書き足すことしかできない設定にしています。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運営者の手でも、後から書き換え・削除ができません。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648456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39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アプリの画面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ブラウザに配信される本体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767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Firebase Hosting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全通信を HTTPS に強制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866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施設の端末と保管先のあいだを暗号化します。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途中の経路で中身を読まれることはありません。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398264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89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AIに送る内容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64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説明文を組み立てる分だけ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45171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自社のプロキシ経由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Run 東京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5171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氏名・生年月日・居室番号は送りません。送るのは症状と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薬剤名だけです。判定自体はAIではなくルールが決めます。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193792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303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消えないこと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53035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過去7日間の任意の時点まで戻せます。データベースそのものの削除も、設定で禁止しています。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51560" y="57241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読まれないこと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72414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保存時は Google Cloud の既定で暗号化。基盤は ISO/IEC 27001・27017・27018 と SOC 2/3 を取得しています。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基盤事業者は Google Cloud Japan ですが、米国法の適用可能性は完全には排除できません。当社自身のPマーク／ISMSも未取得です（次ページ）。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2026-08-27T05:41:13Z</dcterms:created>
  <dcterms:modified xsi:type="dcterms:W3CDTF">2026-08-27T05:41:13Z</dcterms:modified>
</cp:coreProperties>
</file>