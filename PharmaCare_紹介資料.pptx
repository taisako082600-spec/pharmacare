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500" b="0" i="0" u="none" strike="noStrike">
                <a:solidFill>
                  <a:srgbClr val="14504B"/>
                </a:solidFill>
                <a:latin typeface="Yu Gothic"/>
              </a:rPr>
              <a:t>尿蛋白が新たに出るリスク（オッズ比）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オッズ比</c:v>
                </c:pt>
              </c:strCache>
            </c:strRef>
          </c:tx>
          <c:spPr>
            <a:solidFill>
              <a:srgbClr val="3E8E8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原本照合で危険信号を102→118に増やし、同時にめまいの過剰判定を是正した。増やすだけでなく減らしてもいる点が要旨。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施設と薬局のあいだが、電話とFAXで止まっている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4937760" cy="3474720"/>
          </a:xfrm>
          <a:prstGeom prst="roundRect">
            <a:avLst>
              <a:gd name="adj" fmla="val 2105"/>
            </a:avLst>
          </a:prstGeom>
          <a:solidFill>
            <a:srgbClr val="F0EEEA"/>
          </a:solidFill>
          <a:ln w="12700">
            <a:solidFill>
              <a:srgbClr val="F0EE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240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2971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薬が変わっても伝わらない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7216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相談したいがつながらない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4714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夜間・休日は判断材料がない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37960" y="1965960"/>
            <a:ext cx="4892040" cy="3474720"/>
          </a:xfrm>
          <a:prstGeom prst="roundRect">
            <a:avLst>
              <a:gd name="adj" fmla="val 2105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372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903720" y="2971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薬の情報がその場で共有される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03720" y="37216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時間を選ばずチャットで相談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44714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症状から対応の目安が出る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3520440"/>
            <a:ext cx="457200" cy="402336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Webブラウザだけで利用でき、アプリのインストールは不要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体調不良のとき、その場で対応の目安がわかる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OTC対応可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速やかに受診手配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判定の根拠は、原本まで遡って確かめている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5138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過剰な警告も直しました。ありふれた良性のめまいで「受診」が出ていた分を、相談レベルに戻しています。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条文を先に読み、そこから必要な機能を起こしました。次の2枚で、要求事項と実装の対応を示します。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できていないことも、そのまま開示します（最後の1枚）。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286000" y="4892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86200"/>
          <a:ext cx="6035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7040880" y="3886200"/>
            <a:ext cx="4389120" cy="2286000"/>
          </a:xfrm>
          <a:prstGeom prst="roundRect">
            <a:avLst>
              <a:gd name="adj" fmla="val 32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40965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4526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0" y="53492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BRIが増えた群のリスク上昇は、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BMIの変化を調整しても残りました。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788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20840" y="3611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1年の観察なので、一時的な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変動の影響もありうる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4434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延岡市の受診者が対象。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2026-08-24T13:20:23Z</dcterms:created>
  <dcterms:modified xsi:type="dcterms:W3CDTF">2026-08-24T13:20:23Z</dcterms:modified>
</cp:coreProperties>
</file>