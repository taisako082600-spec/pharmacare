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400" b="0" i="0" u="none" strike="noStrike">
                <a:solidFill>
                  <a:srgbClr val="14504B"/>
                </a:solidFill>
                <a:latin typeface="Yu Gothic"/>
              </a:rPr>
              <a:t>横ばいの群を1としたときの、尿蛋白の出やすさ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リスクの比</c:v>
                </c:pt>
              </c:strCache>
            </c:strRef>
          </c:tx>
          <c:spPr>
            <a:solidFill>
              <a:srgbClr val="A8CFC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8CF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8E8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資料の要点は「出典がある」ことではなく「専門職でなくても答えられる形に直した」こと。ここが一番手間のかかった部分。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「東京に置いています」で終わらせない。なぜ東京でなければならないかまで言えると、預ける側は判断できる。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道具は、もうある。つないだものが無い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施設と薬局まわりの既存サービスを調べたうえでの整理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電子お薬手帳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EPARK・日本調剤・さくら薬局ほか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薬の履歴を本人が持ち歩ける。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血圧などを記録できるものもある。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患者本人のための道具。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介護職員が入居者の分を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扱う想定になっていない。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73575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7895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施設向け服薬管理システム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47895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服やっくん・ピクスリー・楽くすりほか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7895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QRで薬を取り込み、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飲み忘れ・誤薬を防ぐ。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薬局と施設をつなぐものも出てきた。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47895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47895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配薬を正確にすることが主眼。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体調の記録や、症状が出たときの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判断までは踏み込まない。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15630" y="1783080"/>
            <a:ext cx="3413455" cy="3246120"/>
          </a:xfrm>
          <a:prstGeom prst="roundRect">
            <a:avLst>
              <a:gd name="adj" fmla="val 225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9950" y="1965960"/>
            <a:ext cx="3001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 などの汎用チャット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89950" y="2395728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実際に多くの現場で使われている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89950" y="2788920"/>
            <a:ext cx="2956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とにかくすぐ聞ける。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導入の手間がない。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89950" y="3767328"/>
            <a:ext cx="2864815" cy="13716"/>
          </a:xfrm>
          <a:prstGeom prst="rect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9950" y="3886200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医療情報を扱う前提の設計ではなく、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やり取りが記録として残らない。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25780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52578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薬・体調・相談・受診の判断が、それぞれ別の場所にある。それを頭の中でつないでいるのが現場の職員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629107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厚生労働省「電子版お薬手帳サービス一覧」(2026年8月1日現在)、各サービス公式サイト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つなぐと、その人に合わせられる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同じ画面に薬と体調があるから、一般論ではなく目の前の人の話にできる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施設が記録する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服薬の実施、血圧・体温・SpO₂。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いつも職員がつけている記録を、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そのまま入れる。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163263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3575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47895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7895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242255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薬剤師に相談する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7895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電話と違い、何の薬の話かを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説明し直さなくていい。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やり取りは記録として残る。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05318" y="3154680"/>
            <a:ext cx="182880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15630" y="1920240"/>
            <a:ext cx="3413455" cy="2651760"/>
          </a:xfrm>
          <a:prstGeom prst="roundRect">
            <a:avLst>
              <a:gd name="adj" fmla="val 2759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9950" y="2148840"/>
            <a:ext cx="457200" cy="457200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8995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884310" y="2176272"/>
            <a:ext cx="2316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その人に合わせて返す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89950" y="2724912"/>
            <a:ext cx="2956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腎機能・肝機能・年齢を見て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注意点を出し分ける。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症状からは、受診かOTCかの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目安を出す。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ここが既存サービスとの違い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32180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52852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バイタルが薬の話とつながっている — 「血圧が下がってきたので降圧薬を見直しては」という会話が、数字を見ながらできる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5870448"/>
            <a:ext cx="36576" cy="384048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8338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症状が出たときの入口がある — 受診すべきか、市販薬で様子を見てよいかの目安を、危険な兆候の有無から出す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なぜ、今つくるのか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制度の流れが、施設と薬局を近づけている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在宅・施設への訪問が国の方向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2402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薬剤師の役割は「薬を渡す」から「渡したあとを見る」へ移っている。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施設に足を運ぶ機会は今後さらに増える。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172968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31272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門前から面へ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53872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特定の病院の前に構える薬局から、地域のどの処方箋も受ける薬局へ。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処方元に電話すれば済んでいたことが、済まなくなる。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患者の薬を薬局側で一元的に把握する必要が出てくる。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471416"/>
            <a:ext cx="475488" cy="47548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71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442569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服薬期間中のフォローアップは、すでに義務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83717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2020年9月施行の改正薬機法・薬剤師法で、渡したあとの服薬状況を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継続的に把握することが薬剤師の責務になった。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ただし現場の手段は電話が中心で、続けるのが難しい。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31520" y="5760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760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義務だから電話をかけるのではなく、続けられる形にする。それが結果として、選ばれる薬局につながる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体調不良のとき、様子を見てよいか迷わない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 ― 聞き取った内容から、対応の目安を3段階で示します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緊急性は低いと考えられる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ワンタップで相談へつながる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速やかに受診の手配を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医師向けの基準を、介護職が答えられる言葉に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危険信号118項目は、すべて公開資料か医学書に紐づいています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" y="5257800"/>
            <a:ext cx="10698480" cy="1051560"/>
          </a:xfrm>
          <a:prstGeom prst="roundRect">
            <a:avLst>
              <a:gd name="adj" fmla="val 69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4132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例：「Centorの基準で3点以上」→「口を大きく開けられない」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581558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白苔を見る、リンパ節を触る。診察が要る指標は使えないので、見ればわかる質問に置き換えています。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条文を先に読み、そこから必要な機能を起こしました。ガイドラインごとに、対応表と、その中身をかみ砕いた解説を1枚ずつ置きます。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できていないことも、この章の最後にそのまま並べています。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二要素認証はアカウント作成時に登録必須です。設定を終えるまでアプリ本体には入れません。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入れる人を絞り、触った跡を残す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前ページの「二要素認証・アクセス権限・監査ログ」は、要するにこの3つです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パスワードだけでは入れない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パスワードは漏れます。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使い回していれば、別のサービス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から漏れた1つで入られます。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知識だけで通れるのが弱点です。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アカウントを作る時点で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登録を必須にしています。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手元のスマートフォンが出す6桁を、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ログインのたびに求めます。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権限の最小化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必要な人が、必要な分だけ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全員が全部見られる状態だと、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1つのアカウントが破られたとき、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被害がすべての入居者に及びます。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施設と役割で区切っています。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他施設の入居者は一覧にも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出ません。ご家族に見えるのは、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紐づいた本人の分だけです。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触った跡が残り、消せない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情報が漏れたとき、誰がいつ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見たのか辿れなければ、原因も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範囲も分かりません。その記録が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消せるなら、無いのと同じです。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閲覧・登録・変更・印刷を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記録します。書き足すことしか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できず、後から消す・書き直す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操作は仕組み上できません。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あわせて、15分操作がないと自動でサインアウトします。共用端末に前の人の画面が残らないようにするためです。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紙のカルテと同じ信頼を、データで担保する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前ページの「真正性・見読性・保存性」は、かみ砕くとこの3つです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あとから書き換えられていないこと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アレルギーが「あり」から「なし」に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変わっていたとして、それが正規の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訂正なのか分からなければ、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その記録は使えません。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誰が・いつ・何を・どう変えたかを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変更前の値ごと残します。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記録そのものの書き換えと削除は、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仕組みとして禁止しています。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見読性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6344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必要なときに読み出せること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43484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行政の調査や監査では、記録の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提出を求められます。画面で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見えるだけでは足りず、紙に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出せる必要があります。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入居者ごとの記録を、そのまま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印刷できるようにしました。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印刷したこと自体も、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持ち出しとして記録に残します。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828800"/>
            <a:ext cx="3429000" cy="841248"/>
          </a:xfrm>
          <a:prstGeom prst="roundRect">
            <a:avLst>
              <a:gd name="adj" fmla="val 869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19202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保存性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66760" y="22860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保存期間中は失われないこと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38160" y="274320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66760" y="2871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なぜ要るのか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66760" y="316382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誤操作や障害でデータが壊れても、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決められた期間は元に戻せなければ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なりません。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138160" y="4526280"/>
            <a:ext cx="34290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66760" y="46542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このアプリでは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66760" y="49469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巻き戻せます。データベース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自体の誤削除も、設定で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できないようにしています。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この3つは、紙のカルテで当たり前に成り立っていたことを、電子でも同じ水準にするための決まりです。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どこに置いて、なぜそこなのか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「記録します」「保存します」の中身を、保管先まで開きます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931920" y="17830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86600" y="17830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なぜ、そこなのか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240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入居者の記録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服薬・バイタル・アレルギー・やり取り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226771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Firestore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東京（asia-northeast1）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086600" y="226771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国内法の執行が及ぶ範囲に置くことが要求事項です。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海外だと、いざというとき日本の法律が届きません。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898648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264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誰が・いつ・何を見たか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319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同じ東京リージョン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（専用の領域）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086600" y="3017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書き足すことしかできない設定にしています。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運営者の手でも、後から書き換え・削除ができません。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3648456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39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アプリの画面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058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ブラウザに配信される本体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31920" y="3767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Firebase Hosting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全通信を HTTPS に強制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866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施設の端末と保管先のあいだを暗号化します。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途中の経路で中身を読まれることはありません。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398264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89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AIに送る内容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640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説明文を組み立てる分だけ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45171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自社のプロキシ経由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Cloud Run 東京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517136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氏名・生年月日・居室番号は送りません。送るのは症状と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薬剤名だけです。判定自体はAIではなくルールが決めます。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193792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5303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消えないこと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0" y="53035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過去7日間の任意の時点まで戻せます。データベースそのものの削除も、設定で禁止しています。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51560" y="572414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読まれないこと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0" y="5724144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保存時は Google Cloud の既定で暗号化。基盤は ISO/IEC 27001・27017・27018 と SOC 2/3 を取得しています。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基盤事業者は Google Cloud Japan ですが、米国法の適用可能性は完全には排除できません。当社自身のPマーク／ISMSも未取得です（次ページ）。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監査ログを施設側で確認する画面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未実装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システム運用編17①は、記録するだけでなく定期的に確認することまで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求めています。記録と権限は揃っているので、閲覧画面を足せば満たせます。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4709160"/>
            <a:ext cx="9326880" cy="1143000"/>
          </a:xfrm>
          <a:prstGeom prst="roundRect">
            <a:avLst>
              <a:gd name="adj" fmla="val 640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48646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第1部と同じ考え方です。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6040" y="52578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すでに手元にあるデータを、その場の判断につなげる。第1部は施設の服薬記録で、第2部は健診の数値です。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6035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40480"/>
          <a:ext cx="60350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731520" y="58978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「増えた」だけが統計的に確かめられた差です。「減った」は 1.16 と出ていますが、ばらつきの範囲（0.85〜1.58）が1をまたぐため、差があるとは言えません。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040880" y="3840480"/>
            <a:ext cx="4389120" cy="2560320"/>
          </a:xfrm>
          <a:prstGeom prst="roundRect">
            <a:avLst>
              <a:gd name="adj" fmla="val 285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0" y="4023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315200" y="44348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0" y="5193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F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1.38倍とは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0" y="5486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横ばいだった人に比べ、尿蛋白が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新たに出た人の割合が約1.4倍。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体重やBMIの変化を考慮しても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残った差です。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697480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20840" y="335584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「減った人も危ない」とは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言えない（差が確かめられていない）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20840" y="4014216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痩せた理由が生活改善なのか、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病気や低栄養なのかは区別できない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20840" y="4672584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1年・延岡市の受診者が対象。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2026-08-27T05:33:29Z</dcterms:created>
  <dcterms:modified xsi:type="dcterms:W3CDTF">2026-08-27T05:33:29Z</dcterms:modified>
</cp:coreProperties>
</file>